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el objetivo: aprender a usar el sistema de órdenes de compra en el día a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la agenda. La sesión es práctica: al final sabrán registrar y dar seguimiento a una 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estandariza el proceso: todos ven lo mismo, en vivo. La etapa se calcula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pantalla real de login. Recalcar que se elige el usuario de la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Vendedores y consulta tienen rol de solo lectura. Administración y Sistemas son administradores.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menú siempre está a la izquierda. Los números al lado de cada etapa indican cuántas órdenes hay.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central: el usuario solo cambia el estado; el sistema mueve la orden a la etapa correcta.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memorizar la tabla: basta con elegir bien el estado de envío.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rojo avisa que hay que actuar. Las fechas estimadas se calculan solas en días hábiles (sin festivos).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es la foto general del día. Ideal para la revisión diaria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la creación de una OC real. Señalar los campos obligatorios y las fechas automáticas.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compartir el enlace correctamente para que el equipo pueda abrir 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es el paso final. Recordar que solo administradores hacen estos cambios.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Reportes es útil para juntas y seguimiento gerencial. El CSV se abre en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prácticas garantizan que los indicadores y el histórico sean confiables.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Invitar a practicar y a usar la sección de Ayuda integrada.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840480"/>
            <a:ext cx="5943600" cy="5943600"/>
          </a:xfrm>
          <a:prstGeom prst="ellipse">
            <a:avLst/>
          </a:prstGeom>
          <a:solidFill>
            <a:srgbClr val="12275E"/>
          </a:solidFill>
          <a:ln/>
        </p:spPr>
      </p:sp>
      <p:pic>
        <p:nvPicPr>
          <p:cNvPr id="4" name="Image 0" descr="C:/Users/Carlos Beltran/Desktop/OC Compras/public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926080" cy="1170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F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Órdenes de Compra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para el uso diario  ·  Formato FO-AB-001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veremos hoy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sistema y para qué sirve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042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iniciar sesión y los roles de usuario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54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una orden y el semáforo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039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(dashboard) e indicadores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5537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dar seguimiento y cerrar órdenes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03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Buscador, reportes y buenas prácticas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sistema?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que da seguimiento a las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compra (OC)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desde que ingresan hasta que se cierran.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70662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6060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el control manual en Excel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7355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1729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tiempo real y en un solo lugar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7398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orden avanza sola por etapas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0740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30682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cumplimiento y reportes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1463040"/>
            <a:ext cx="4572000" cy="4023360"/>
          </a:xfrm>
          <a:prstGeom prst="roundRect">
            <a:avLst>
              <a:gd name="adj" fmla="val 2273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2376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 una orden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224028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63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350008"/>
            <a:ext cx="347472" cy="347472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5236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240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3017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447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3127248"/>
            <a:ext cx="347472" cy="347472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523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017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0" y="379476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390448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0" y="4572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4681728"/>
            <a:ext cx="347472" cy="34747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4681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4572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iniciar sesión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dirección del sistema en tu navegador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502920" cy="50292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41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tu nombre en el menú “Usuario”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02920" cy="50292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8269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contraseña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502920" cy="50292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2394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 “Entrar al sistema”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06640" y="160020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EAF1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6352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194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recuerdas tu contraseña o necesitas una cuenta, contacta al área de Sistemas.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queda guardada en tu equipo hasta que cierres sesión.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usuario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muestra u oculta funciones según tu rol.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86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918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todas las órdenes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editar órdenes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estado, cerrar y reabrir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órdenes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y generar reportes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240280"/>
            <a:ext cx="640080" cy="64008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286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4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lectura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2918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todas las órdenes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y filtrar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 y exportar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crear ni modificar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barra lateral (menú)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92808"/>
            <a:ext cx="640080" cy="64008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01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21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 indicadores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92808"/>
            <a:ext cx="640080" cy="64008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801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OC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221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una orden (admin)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355848"/>
            <a:ext cx="640080" cy="64008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6850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CROL, factura, cliente…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3355848"/>
            <a:ext cx="640080" cy="64008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6850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Filtros, indicadores y CSV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818888"/>
            <a:ext cx="640080" cy="64008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645920" y="4727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/ Seguimiento / Finalizados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645920" y="5148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por etapa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45262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37960" y="4818888"/>
            <a:ext cx="640080" cy="64008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3796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4727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360920" y="5148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órdenes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una orden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27432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6307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45920" y="2926080"/>
            <a:ext cx="548640" cy="54864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9544" y="3429000"/>
            <a:ext cx="27432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38728" y="27432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447A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2926080"/>
            <a:ext cx="548640" cy="54864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98848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62472" y="3429000"/>
            <a:ext cx="27432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91656" y="27432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51776" y="29260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51776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15400" y="3429000"/>
            <a:ext cx="27432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44584" y="27432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204704" y="292608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04704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244584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6634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F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se calcula sola según el ESTADO DE ENVÍO que registras. Al llegar a Finalizado, la orden puede cerrarse y pasa al histórico.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envío → Etapa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856232"/>
            <a:ext cx="64008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394960" y="15544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6771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569464"/>
            <a:ext cx="64008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394960" y="226771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9809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3282696"/>
            <a:ext cx="64008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394960" y="29809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941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3995928"/>
            <a:ext cx="64008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394960" y="36941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4074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4709160"/>
            <a:ext cx="64008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394960" y="440740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0" y="5422392"/>
            <a:ext cx="640080" cy="0"/>
          </a:xfrm>
          <a:prstGeom prst="line">
            <a:avLst/>
          </a:prstGeom>
          <a:noFill/>
          <a:ln w="28575">
            <a:solidFill>
              <a:srgbClr val="2447A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394960" y="512064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semáforo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color resume la situación de cada orden.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7088" y="237744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47088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tiempo / entregada o recibida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87568" y="2377440"/>
            <a:ext cx="1005840" cy="10058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87568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520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proceso, dentro del plazo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28048" y="237744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28048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520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Atrasada: venció la fecha estimada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(Dashboard)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201168" cy="201168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11880" y="1783080"/>
            <a:ext cx="201168" cy="201168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8620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78308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81160" y="1783080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554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muestra: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gráfica de partidas por estado, el indicador de entregas a tiempo (histórico) y accesos rápidos a las secciones más usadas.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cualquier tarjeta para ir directo a esa vista.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una nueva orden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administradores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menú, presiona “Nueva OC”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50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 los datos (Cliente y Descripción son obligatorios)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638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Estado de envío inicial (normalmente “Pendiente”)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7705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vincula el PDF de la CROL o la factura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902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 “Crear orden”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635240" y="173736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EAF1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6384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fechas se calculan solas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5146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eliges el tiempo de entrega; el sistema calcula la fecha estimada en días hábiles y la marca en rojo si no se cumple.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Vincular un PDF (CROL / Factura)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documentos se vinculan por enlace de OneDrive (no se suben archivos).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65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PDF a OneDrive / SharePoint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15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→ Compartir → Copiar vínculo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6557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el acceso a “Personas de Bloobit”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153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el enlace en el sistema y presiona “Guardar”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965192"/>
            <a:ext cx="457200" cy="457200"/>
          </a:xfrm>
          <a:prstGeom prst="ellipse">
            <a:avLst/>
          </a:prstGeom>
          <a:solidFill>
            <a:srgbClr val="2447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651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Aparecerá “Ver PDF” para abrirlo cuando quieras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seguimiento y cerrar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orden (clic en el renglón)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“Estado de envío”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orden se mueve sola de etapa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/ editar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774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Finalizado, presiona “Cerrar OC”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al histórico de Cerradas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Editar o Reabrir cuando sea necesario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Buscador y Reportes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Buscador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cualquier orden (pendiente o cerrada) por CROL, factura, cliente, producto o proveedor.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3F7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6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fecha, etapa, estado, proveedor y cliente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indicadores y % de entregas a tiempo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los resultados a CSV (Excel)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00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el estado de envío en cuanto cambie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500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las fechas para que los indicadores sean reales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09981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la CROL y la factura para tener todo a la mano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496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las órdenes ya entregadas para mantener orden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599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los reportes para revisar cumplimiento cada semana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943600" cy="5943600"/>
          </a:xfrm>
          <a:prstGeom prst="ellipse">
            <a:avLst/>
          </a:prstGeom>
          <a:solidFill>
            <a:srgbClr val="1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657600"/>
            <a:ext cx="5486400" cy="5486400"/>
          </a:xfrm>
          <a:prstGeom prst="ellipse">
            <a:avLst/>
          </a:prstGeom>
          <a:solidFill>
            <a:srgbClr val="12275E"/>
          </a:solidFill>
          <a:ln/>
        </p:spPr>
      </p:sp>
      <p:pic>
        <p:nvPicPr>
          <p:cNvPr id="4" name="Image 0" descr="C:/Users/Carlos Beltran/Desktop/OC Compras/public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651760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¿Dudas? Contacta al área de Sistemas.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puedes consultar la sección “Ayuda” dentro del sistema.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· Sistema de Órdenes de Compra</dc:title>
  <dc:subject>PptxGenJS Presentation</dc:subject>
  <dc:creator>Bloobit</dc:creator>
  <cp:lastModifiedBy>Bloobit</cp:lastModifiedBy>
  <cp:revision>1</cp:revision>
  <dcterms:created xsi:type="dcterms:W3CDTF">2026-09-30T17:24:20Z</dcterms:created>
  <dcterms:modified xsi:type="dcterms:W3CDTF">2026-09-30T17:24:20Z</dcterms:modified>
</cp:coreProperties>
</file>